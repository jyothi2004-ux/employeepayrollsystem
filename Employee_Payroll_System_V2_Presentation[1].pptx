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4" r:id="rId1"/>
  </p:sldMasterIdLst>
  <p:sldIdLst>
    <p:sldId id="256" r:id="rId2"/>
    <p:sldId id="257" r:id="rId3"/>
    <p:sldId id="258" r:id="rId4"/>
    <p:sldId id="261" r:id="rId5"/>
    <p:sldId id="259" r:id="rId6"/>
    <p:sldId id="264" r:id="rId7"/>
    <p:sldId id="262" r:id="rId8"/>
    <p:sldId id="265" r:id="rId9"/>
    <p:sldId id="267" r:id="rId10"/>
    <p:sldId id="266" r:id="rId11"/>
    <p:sldId id="263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108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HI B" userId="043500f5bdeaf95d" providerId="LiveId" clId="{8710C996-6E7E-4516-A018-2CC72109CA26}"/>
    <pc:docChg chg="modSld">
      <pc:chgData name="JYOTHI B" userId="043500f5bdeaf95d" providerId="LiveId" clId="{8710C996-6E7E-4516-A018-2CC72109CA26}" dt="2025-11-02T17:40:56.884" v="1" actId="255"/>
      <pc:docMkLst>
        <pc:docMk/>
      </pc:docMkLst>
      <pc:sldChg chg="modSp mod">
        <pc:chgData name="JYOTHI B" userId="043500f5bdeaf95d" providerId="LiveId" clId="{8710C996-6E7E-4516-A018-2CC72109CA26}" dt="2025-11-02T17:40:56.884" v="1" actId="255"/>
        <pc:sldMkLst>
          <pc:docMk/>
          <pc:sldMk cId="0" sldId="257"/>
        </pc:sldMkLst>
        <pc:spChg chg="mod">
          <ac:chgData name="JYOTHI B" userId="043500f5bdeaf95d" providerId="LiveId" clId="{8710C996-6E7E-4516-A018-2CC72109CA26}" dt="2025-11-02T17:40:50.274" v="0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JYOTHI B" userId="043500f5bdeaf95d" providerId="LiveId" clId="{8710C996-6E7E-4516-A018-2CC72109CA26}" dt="2025-11-02T17:40:56.884" v="1" actId="255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0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1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87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1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5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4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26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8030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41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3470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7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16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9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53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349538&amp;picture=thank-you-clipart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Employee Payroll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Employee Payroll System</a:t>
            </a:r>
            <a:r>
              <a:rPr lang="en-US" dirty="0"/>
              <a:t> is a software application designed to manage and automate all payroll-related activities in an organization. It simplifies the process of calculating employee salaries, deductions, bonuses.</a:t>
            </a:r>
          </a:p>
          <a:p>
            <a:r>
              <a:rPr lang="en-US" dirty="0"/>
              <a:t>This system helps organizations maintain proper records of employee information, salary details, and payment history while ensuring timely and error-free salary processing. By automating payroll operations, it reduces manual work, saves time, and minimizes the chances of human errors.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 and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 Objective:</a:t>
            </a:r>
          </a:p>
          <a:p>
            <a:r>
              <a:rPr dirty="0"/>
              <a:t>• Automate employee and payroll data management.</a:t>
            </a:r>
          </a:p>
          <a:p>
            <a:r>
              <a:rPr dirty="0"/>
              <a:t>• Prevent duplicate entries and maintain consistency.</a:t>
            </a:r>
          </a:p>
          <a:p>
            <a:r>
              <a:rPr dirty="0"/>
              <a:t>• Ensure accurate payroll calculation with bonuses and deductions.</a:t>
            </a:r>
          </a:p>
          <a:p>
            <a:endParaRPr dirty="0"/>
          </a:p>
          <a:p>
            <a:r>
              <a:rPr dirty="0"/>
              <a:t> Abstraction:</a:t>
            </a:r>
          </a:p>
          <a:p>
            <a:r>
              <a:rPr dirty="0"/>
              <a:t>The system abstracts database complexity by allowing users to manage employees and payroll records through a user-friendly Java console interface connected to a MySQL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Frontend / Interface: Java Console Application</a:t>
            </a:r>
          </a:p>
          <a:p>
            <a:r>
              <a:rPr lang="en-IN" dirty="0"/>
              <a:t> </a:t>
            </a:r>
            <a:r>
              <a:rPr dirty="0"/>
              <a:t>Backend Logic: Java (OOPs, JDBC)</a:t>
            </a:r>
          </a:p>
          <a:p>
            <a:r>
              <a:rPr dirty="0"/>
              <a:t> Database: MySQL</a:t>
            </a:r>
          </a:p>
          <a:p>
            <a:r>
              <a:rPr dirty="0"/>
              <a:t> Libraries Used: MySQL Connector/J, Log4J (for logging)</a:t>
            </a:r>
          </a:p>
          <a:p>
            <a:r>
              <a:rPr dirty="0"/>
              <a:t> Tools: IntelliJ IDEA, MySQL Workbench</a:t>
            </a:r>
            <a:endParaRPr lang="en-IN" dirty="0"/>
          </a:p>
          <a:p>
            <a:r>
              <a:rPr lang="en-IN" dirty="0"/>
              <a:t>Unit Test : JUnit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095323"/>
            <a:ext cx="7561006" cy="536938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400" dirty="0"/>
          </a:p>
          <a:p>
            <a:r>
              <a:rPr lang="en-IN" sz="1400" dirty="0"/>
              <a:t>  1. </a:t>
            </a:r>
            <a:r>
              <a:rPr sz="1400" dirty="0"/>
              <a:t>employees:</a:t>
            </a:r>
          </a:p>
          <a:p>
            <a:r>
              <a:rPr sz="1400" dirty="0"/>
              <a:t>   • id (Primary Key)</a:t>
            </a:r>
          </a:p>
          <a:p>
            <a:r>
              <a:rPr sz="1400" dirty="0"/>
              <a:t>   • name</a:t>
            </a:r>
          </a:p>
          <a:p>
            <a:r>
              <a:rPr sz="1400" dirty="0"/>
              <a:t>   • email (Unique)</a:t>
            </a:r>
          </a:p>
          <a:p>
            <a:r>
              <a:rPr sz="1400" dirty="0"/>
              <a:t>   • department</a:t>
            </a:r>
          </a:p>
          <a:p>
            <a:r>
              <a:rPr sz="1400" dirty="0"/>
              <a:t>   • hire</a:t>
            </a:r>
            <a:r>
              <a:rPr lang="en-IN" sz="1400" dirty="0"/>
              <a:t> </a:t>
            </a:r>
            <a:r>
              <a:rPr sz="1400" dirty="0"/>
              <a:t>date</a:t>
            </a:r>
            <a:endParaRPr lang="en-IN" sz="1400" dirty="0"/>
          </a:p>
          <a:p>
            <a:r>
              <a:rPr lang="en-US" sz="1400" dirty="0"/>
              <a:t>   2. payrolls:</a:t>
            </a:r>
          </a:p>
          <a:p>
            <a:r>
              <a:rPr lang="en-US" sz="1400" dirty="0"/>
              <a:t>   • id (Primary Key)</a:t>
            </a:r>
          </a:p>
          <a:p>
            <a:r>
              <a:rPr lang="en-US" sz="1400" dirty="0"/>
              <a:t>   • employee id (Foreign Key)</a:t>
            </a:r>
          </a:p>
          <a:p>
            <a:r>
              <a:rPr lang="en-US" sz="1400" dirty="0"/>
              <a:t>   • basic salary</a:t>
            </a:r>
          </a:p>
          <a:p>
            <a:r>
              <a:rPr lang="en-US" sz="1400" dirty="0"/>
              <a:t>   • bonus</a:t>
            </a:r>
          </a:p>
          <a:p>
            <a:r>
              <a:rPr lang="en-US" sz="1400" dirty="0"/>
              <a:t>   • deductions</a:t>
            </a:r>
          </a:p>
          <a:p>
            <a:r>
              <a:rPr lang="en-US" sz="1400" dirty="0"/>
              <a:t>   • net salary</a:t>
            </a:r>
          </a:p>
          <a:p>
            <a:r>
              <a:rPr lang="en-US" sz="1400" dirty="0"/>
              <a:t>   • pay date</a:t>
            </a:r>
          </a:p>
          <a:p>
            <a:endParaRPr lang="en-IN" sz="1400" dirty="0"/>
          </a:p>
          <a:p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907DE-E0D2-441F-B8D5-4DF2CCAD7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9255E4-B3FD-BFAB-D474-2464CA59A6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347018"/>
            <a:ext cx="6348413" cy="4247537"/>
          </a:xfrm>
        </p:spPr>
      </p:pic>
    </p:spTree>
    <p:extLst>
      <p:ext uri="{BB962C8B-B14F-4D97-AF65-F5344CB8AC3E}">
        <p14:creationId xmlns:p14="http://schemas.microsoft.com/office/powerpoint/2010/main" val="1207399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Add a GUI using JavaFX or React for better usability.</a:t>
            </a:r>
          </a:p>
          <a:p>
            <a:r>
              <a:rPr dirty="0"/>
              <a:t>• Implement authentication for HR/Admin users.</a:t>
            </a:r>
          </a:p>
          <a:p>
            <a:r>
              <a:rPr dirty="0"/>
              <a:t>• Generate payroll slips in PDF format.</a:t>
            </a:r>
          </a:p>
          <a:p>
            <a:r>
              <a:rPr dirty="0"/>
              <a:t>• Host the system on a cloud database (AWS RDS / Azure SQL).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D1D1A-A1B3-9779-7CBF-61A02A0C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89852-8CFB-70B6-5C66-247F370BB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1594" y="1469708"/>
            <a:ext cx="6903721" cy="4514532"/>
          </a:xfrm>
        </p:spPr>
      </p:pic>
    </p:spTree>
    <p:extLst>
      <p:ext uri="{BB962C8B-B14F-4D97-AF65-F5344CB8AC3E}">
        <p14:creationId xmlns:p14="http://schemas.microsoft.com/office/powerpoint/2010/main" val="69118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6F322-55B3-FD81-83BF-A7EB63DB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9342E2-97D9-0C52-81B7-C55378E696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921" y="1645920"/>
            <a:ext cx="6989936" cy="4396105"/>
          </a:xfrm>
        </p:spPr>
      </p:pic>
    </p:spTree>
    <p:extLst>
      <p:ext uri="{BB962C8B-B14F-4D97-AF65-F5344CB8AC3E}">
        <p14:creationId xmlns:p14="http://schemas.microsoft.com/office/powerpoint/2010/main" val="820819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6F0D-354A-6E56-C03A-DEBF2D679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6BDFF6-D2BE-C085-018F-BBEE4D5CE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80" y="1625600"/>
            <a:ext cx="6705600" cy="4416425"/>
          </a:xfrm>
        </p:spPr>
      </p:pic>
    </p:spTree>
    <p:extLst>
      <p:ext uri="{BB962C8B-B14F-4D97-AF65-F5344CB8AC3E}">
        <p14:creationId xmlns:p14="http://schemas.microsoft.com/office/powerpoint/2010/main" val="3740053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Employee Payroll System efficiently manages employee and payroll information with minimal errors. It demonstrates strong database relationships, Java–MySQL integration, and adheres to clean coding practices.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473F6A-82E7-8384-731B-389C92C7B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28724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592</TotalTime>
  <Words>346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Employee Payroll System</vt:lpstr>
      <vt:lpstr>Introduction</vt:lpstr>
      <vt:lpstr>Objective and Abstraction</vt:lpstr>
      <vt:lpstr>Technology Stack</vt:lpstr>
      <vt:lpstr>Database Overview</vt:lpstr>
      <vt:lpstr>ER Diagram</vt:lpstr>
      <vt:lpstr>Future Enhancements</vt:lpstr>
      <vt:lpstr>Output</vt:lpstr>
      <vt:lpstr>Database</vt:lpstr>
      <vt:lpstr>Database 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Mudimadugu Rajani</dc:creator>
  <cp:keywords/>
  <dc:description>generated using python-pptx</dc:description>
  <cp:lastModifiedBy>JYOTHI B</cp:lastModifiedBy>
  <cp:revision>5</cp:revision>
  <dcterms:created xsi:type="dcterms:W3CDTF">2013-01-27T09:14:16Z</dcterms:created>
  <dcterms:modified xsi:type="dcterms:W3CDTF">2025-11-03T10:38:14Z</dcterms:modified>
  <cp:category/>
</cp:coreProperties>
</file>